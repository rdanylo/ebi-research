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4c028d6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692f2d1d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67b7e8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2f6a35e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3d8a104b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3394798e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6bf0347b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17822e9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4ed6808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ee81a0c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85a455a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2754572f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c337676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c1506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7875666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PAAD Analysis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MALE  Subject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GHR Association Results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Biological Process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Biological Process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Cellular Component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Cellular Component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Molecular Function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Molecular Function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Kinase Target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Kinase Target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KEGG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KEGG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Panther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Panther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Wiki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Wiki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2021-02-25T16:27:23Z</dcterms:modified>
  <cp:category/>
</cp:coreProperties>
</file>