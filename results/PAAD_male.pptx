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 xmlns:a="http://schemas.openxmlformats.org/drawingml/2006/main" xmlns:r="http://schemas.openxmlformats.org/officeDocument/2006/relationships" xmlns:p="http://schemas.openxmlformats.org/presentationml/2006/main"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Relationship Id="rId14" Type="http://schemas.openxmlformats.org/officeDocument/2006/relationships/slide" Target="slides/slide7.xml"/>
<Relationship Id="rId15" Type="http://schemas.openxmlformats.org/officeDocument/2006/relationships/slide" Target="slides/slide8.xml"/>
<Relationship Id="rId16" Type="http://schemas.openxmlformats.org/officeDocument/2006/relationships/slide" Target="slides/slide9.xml"/>
<Relationship Id="rId17" Type="http://schemas.openxmlformats.org/officeDocument/2006/relationships/slide" Target="slides/slide10.xml"/>
<Relationship Id="rId18" Type="http://schemas.openxmlformats.org/officeDocument/2006/relationships/slide" Target="slides/slide11.xml"/>
<Relationship Id="rId19" Type="http://schemas.openxmlformats.org/officeDocument/2006/relationships/slide" Target="slides/slide12.xml"/>
<Relationship Id="rId20" Type="http://schemas.openxmlformats.org/officeDocument/2006/relationships/slide" Target="slides/slide13.xml"/>
<Relationship Id="rId21" Type="http://schemas.openxmlformats.org/officeDocument/2006/relationships/slide" Target="slides/slide14.xml"/>
<Relationship Id="rId22" Type="http://schemas.openxmlformats.org/officeDocument/2006/relationships/slide" Target="slides/slide15.xml"/>
<Relationship Id="rId23" Type="http://schemas.openxmlformats.org/officeDocument/2006/relationships/slide" Target="slides/slide16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44c028d6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692f2d1d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567b7e87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2f6a35ea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3d8a104b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3394798e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6bf0347b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17822e9e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44ed6808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5ee81a0c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485a455a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2754572f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4c337676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5c1506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78756664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PAAD Analysis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MALE  Subject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GHR Association Results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GO Analysis: Biological Process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GO Analysis: Biological Process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GO Analysis: Cellular Component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GO Analysis: Cellular Component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GO Analysis: Molecular Function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GO Analysis: Molecular Function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Kinase Target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Kinase Target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KEGG Pathway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KEGG Pathway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Panther Pathway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Panther Pathway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Wiki Pathway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Wiki Pathway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2021-02-25T16:27:24Z</dcterms:modified>
  <cp:category/>
</cp:coreProperties>
</file>