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 xmlns:a="http://schemas.openxmlformats.org/drawingml/2006/main" xmlns:r="http://schemas.openxmlformats.org/officeDocument/2006/relationships" xmlns:p="http://schemas.openxmlformats.org/presentationml/2006/main"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Relationship Id="rId9" Type="http://schemas.openxmlformats.org/officeDocument/2006/relationships/slide" Target="slides/slide2.xml"/>
<Relationship Id="rId10" Type="http://schemas.openxmlformats.org/officeDocument/2006/relationships/slide" Target="slides/slide3.xml"/>
<Relationship Id="rId11" Type="http://schemas.openxmlformats.org/officeDocument/2006/relationships/slide" Target="slides/slide4.xml"/>
<Relationship Id="rId12" Type="http://schemas.openxmlformats.org/officeDocument/2006/relationships/slide" Target="slides/slide5.xml"/>
<Relationship Id="rId13" Type="http://schemas.openxmlformats.org/officeDocument/2006/relationships/slide" Target="slides/slide6.xml"/>
<Relationship Id="rId14" Type="http://schemas.openxmlformats.org/officeDocument/2006/relationships/slide" Target="slides/slide7.xml"/>
<Relationship Id="rId15" Type="http://schemas.openxmlformats.org/officeDocument/2006/relationships/slide" Target="slides/slide8.xml"/>
<Relationship Id="rId16" Type="http://schemas.openxmlformats.org/officeDocument/2006/relationships/slide" Target="slides/slide9.xml"/>
<Relationship Id="rId17" Type="http://schemas.openxmlformats.org/officeDocument/2006/relationships/slide" Target="slides/slide10.xml"/>
<Relationship Id="rId18" Type="http://schemas.openxmlformats.org/officeDocument/2006/relationships/slide" Target="slides/slide11.xml"/>
<Relationship Id="rId19" Type="http://schemas.openxmlformats.org/officeDocument/2006/relationships/slide" Target="slides/slide12.xml"/>
<Relationship Id="rId20" Type="http://schemas.openxmlformats.org/officeDocument/2006/relationships/slide" Target="slides/slide13.xml"/>
<Relationship Id="rId21" Type="http://schemas.openxmlformats.org/officeDocument/2006/relationships/slide" Target="slides/slide14.xml"/>
<Relationship Id="rId22" Type="http://schemas.openxmlformats.org/officeDocument/2006/relationships/slide" Target="slides/slide15.xml"/>
<Relationship Id="rId23" Type="http://schemas.openxmlformats.org/officeDocument/2006/relationships/slide" Target="slides/slide16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1.xml"/>
</Relationships>

</file>

<file path=ppt/slides/_rels/slide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39c5523.png"/>
</Relationships>

</file>

<file path=ppt/slides/_rels/slide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629e7ac.png"/>
</Relationships>

</file>

<file path=ppt/slides/_rels/slide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72432da2.png"/>
</Relationships>

</file>

<file path=ppt/slides/_rels/slide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1cc8970.png"/>
</Relationships>

</file>

<file path=ppt/slides/_rels/slide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2cc961a4.png"/>
</Relationships>

</file>

<file path=ppt/slides/_rels/slide7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a87615c.png"/>
</Relationships>

</file>

<file path=ppt/slides/_rels/slide8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6144b0b.png"/>
</Relationships>

</file>

<file path=ppt/slides/_rels/slide9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142e3104.png"/>
</Relationships>

</file>

<file path=ppt/slides/_rels/slide10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45da4675.png"/>
</Relationships>

</file>

<file path=ppt/slides/_rels/slide1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76f354b1.png"/>
</Relationships>

</file>

<file path=ppt/slides/_rels/slide12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265243ff.png"/>
</Relationships>

</file>

<file path=ppt/slides/_rels/slide13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523c4447.png"/>
</Relationships>

</file>

<file path=ppt/slides/_rels/slide14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7e2c494c.png"/>
</Relationships>

</file>

<file path=ppt/slides/_rels/slide15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333cf64.png"/>
</Relationships>

</file>

<file path=ppt/slides/_rels/slide16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Relationship Id="rId2" Type="http://schemas.openxmlformats.org/officeDocument/2006/relationships/image" Target="../media/file17507abe8c1.png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/>
              <a:t>PAAD Analysis</a:t>
            </a:r>
          </a:p>
        </p:txBody>
      </p:sp>
      <p:sp xmlns:a="http://schemas.openxmlformats.org/drawingml/2006/main" xmlns:r="http://schemas.openxmlformats.org/officeDocument/2006/relationships" xmlns:p="http://schemas.openxmlformats.org/presentationml/2006/main"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/>
              <a:t>FEMALE  Subject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GHR Association Results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54864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Biological Process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Biological Process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Cellular Component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Cellular Component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Molecular Function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GO Analysis: Molecular Function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Kinase Target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Kinase Target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KEGG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KEGG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Panther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Panther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Wiki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xmlns:a="http://schemas.openxmlformats.org/drawingml/2006/main" xmlns:r="http://schemas.openxmlformats.org/officeDocument/2006/relationships" xmlns:p="http://schemas.openxmlformats.org/presentationml/2006/main"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Wiki Pathway</a:t>
            </a:r>
          </a:p>
        </p:txBody>
      </p:sp>
      <p:pic xmlns:a="http://schemas.openxmlformats.org/drawingml/2006/main" xmlns:r="http://schemas.openxmlformats.org/officeDocument/2006/relationships" xmlns:p="http://schemas.openxmlformats.org/presentationml/2006/main"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cstate="print" r:embed="rId2"/>
          <a:stretch>
            <a:fillRect/>
          </a:stretch>
        </p:blipFill>
        <p:spPr>
          <a:xfrm>
            <a:off x="457200" y="1600200"/>
            <a:ext cx="8229600" cy="50292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2021-02-25T16:27:24Z</dcterms:modified>
  <cp:category/>
</cp:coreProperties>
</file>